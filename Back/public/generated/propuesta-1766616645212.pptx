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Propuesta Comercial Microsip 2025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24 de diciembre de 2025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457200"/>
            <a:ext cx="22860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¿QUIÉNES SOMOS?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Somos expertos en soluciones Microsip con más de 15 años de experiencia.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Consultoría especializada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Implementación integral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Soporte continuo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Capacitación personalizada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dwdwd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dwdw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DIAGNÓSTICO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dwdwdw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 ESPERADO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dwdw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MÓDULOS SELECCIONADOS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  <a:gridCol w="1965960"/>
                <a:gridCol w="1965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Módulo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Cantidad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Nomina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Inventarios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RESUMEN ECONÓMICO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Subtotal (Mensual): 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</a:rPr>
              <a:t>TOTAL: 0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Black Sheep - Soluciones Microsip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Comercial Microsip 2025</dc:title>
  <dc:subject>PptxGenJS Presentation</dc:subject>
  <dc:creator>Black Sheep</dc:creator>
  <cp:lastModifiedBy>Black Sheep</cp:lastModifiedBy>
  <cp:revision>1</cp:revision>
  <dcterms:created xsi:type="dcterms:W3CDTF">2025-12-24T22:50:45Z</dcterms:created>
  <dcterms:modified xsi:type="dcterms:W3CDTF">2025-12-24T22:50:45Z</dcterms:modified>
</cp:coreProperties>
</file>